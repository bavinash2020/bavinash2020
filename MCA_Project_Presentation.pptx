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OYD: Driver Hiring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MCA Final Year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OYD (Own Your Driver)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</a:rPr>
              <a:t>A Premium Driver Hiring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MCA Final Year Project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1. Introduction &amp; 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OYD (Own Your Driver) is a web-based platform connecting verified professional drivers with car owners.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Facilitates hiring drivers for round trips, one-way drops, or local hourly needs.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Eliminates the hassle of negotiating with unverified, informal driver networks.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Provides a centralized, secure, and reputation-based ecosystem for transportation needs.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2. 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Difficulty in finding reliable, professional drivers for personal vehicles on short notice.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Lack of trust and security due to unverified backgrounds of informal drivers.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Inconsistent pricing and lack of standardized service quality.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No centralized system to manage bookings, track driver ratings, and ensure accountability.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3. 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 dedicated platform matching car owners with strictly vetted and rated drivers.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Implementation of a multi-role web application with tailored dashboards.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Transparent pricing model based on trip type, duration, and driver experience.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An integrated admin console to verify driver documents before they can accept rides.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 robust feedback and rating system to maintain high service quality.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4. 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Role-Based Access: Dedicated portals for Customer, Driver, and Admin.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OTP Authentication: Secure, passwordless login using Fast2SMS API.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Dynamic Trip Creation: Custom forms for round-trip, one-way, and local rentals.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Driver Discovery: Advanced listing with filtering, badges, and ratings.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Status Management: Real-time availability toggles and trip accept/reject workflows.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Feedback Engine: 5-star rating system with categorized issue reporting.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5. Project Roles &amp; Audience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Car Owners (Customers): Individuals or families who own a car but need a temporary driver for outstation trips or local errands.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Professional Drivers: Skilled individuals seeking flexible, well-paying gigs driving client vehicles.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Platform Administrators: Support staff verifying documents (License, Aadhaar) and monitoring platform health.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6. 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Frontend Framework: React 18 with TypeScript for type-safe components.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Build Tool: Vite for optimized and rapid development.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Routing: React Router DOM for single-page application navigation.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Styling: Custom CSS3 with modern Glassmorphism aesthetics and CSS variables.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Icons: Lucide-React for clean, scalable vector graphics.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External Integrations: Fast2SMS API for OTP verification.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7. System Architecture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Client Layer: React Application rendering dynamic components based on the user role.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Routing Layer: Protected routes ensure that only authenticated roles access specific dashboards.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Authentication Service: Fast2SMS API integration for generating and validating OTPs.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State Management: React Hooks (useState, useEffect) for managing complex local states (booking workflows).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Mock API Layer: Designed for future transition to Node.js/Express.js endpoints.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8. Module 1: Authentication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Mobile-first login approach ensuring real user accounts.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Integrated Fast2SMS API to deliver One-Time Passwords (OTP).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Dynamic role selection during login to route users to the correct dashboard.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Simulated API layer built-in for seamless presentation and testing.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Customer Login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Users enter their 10-digit mobile number and receive an OTP to proceed.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solidFill>
            <a:srgbClr val="E2E8F0"/>
          </a:solidFill>
          <a:ln w="254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📸 Insert [Customer Login Interface] Screenshot Here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(Right-click -&gt; Change Picture)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Driver Login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Drivers select the "Driver" role toggle to authenticate into their specific dashboard.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solidFill>
            <a:srgbClr val="E2E8F0"/>
          </a:solidFill>
          <a:ln w="254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📸 Insert [Driver Login Interface] Screenshot Here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(Right-click -&gt; Change Picture)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Code Implementation: Secure OTP Service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solidFill>
            <a:srgbClr val="18181B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// src/services/sms.ts
import axios from "axios";
const FAST2SMS_API_KEY = import.meta.env.VITE_FAST2SMS_API_KEY || "YOUR_KEY";
export async function sendOtp({ phone, otp }: {phone: string, otp: string}) {
    try {
        const response = await axios.post("https://www.fast2sms.com/dev/bulkV2",
            { route: "otp", variables_values: otp, numbers: phone },
            { headers: { authorization: FAST2SMS_API_KEY, "Content-Type": "application/json" }}
        );
        return { success: response.data.return === true, data: response.data };
    } catch (error) {
        return { success: false, error: "Failed to send OTP" };
    }
}
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9. Module 2: Customer Portal (Booking)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Interactive trip configuration form with intuitive UI.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Options to select pickup, drop, date, time, and specific car type (Hatchback, Sedan, SUV, Luxury).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Real-time validation and localized data handling.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Seamless transition from search criteria to matching driver results.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Customer Booking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Form capturing trip details including route, date, time, and preferred car category.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solidFill>
            <a:srgbClr val="E2E8F0"/>
          </a:solidFill>
          <a:ln w="254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📸 Insert [Customer Booking Interface] Screenshot Here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(Right-click -&gt; Change Picture)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10. Module 3: Driver Discovery &amp; Selection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Displays available drivers matching the customer’s route and date requirements.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Detailed driver profiles featuring avatar, name, verification badge, and rating.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Highlights specific driver attributes (e.g., Experience, Total Trips, Daily Rate).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Summary review page before finalizing the booking with advance payment notification.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Driver Discovery Page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List of verified drivers matching the search criteria, displaying ratings and rates.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solidFill>
            <a:srgbClr val="E2E8F0"/>
          </a:solidFill>
          <a:ln w="254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📸 Insert [Driver Discovery Page] Screenshot Here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(Right-click -&gt; Change Picture)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Code Implementation: Core Application Routing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solidFill>
            <a:srgbClr val="18181B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// src/App.tsx
import { Routes, Route } from 'react-router-dom';
import { Layout } from './components/Layout';
import { Home, Login, DriverDashboard, OwnerDashboard, AdminDashboard } from './pages';
function App() {
  return (
    &lt;Routes&gt;
      &lt;Route path="/" element={&lt;Layout&gt;&lt;Home /&gt;&lt;/Layout&gt;} /&gt;
      &lt;Route path="/login" element={&lt;Layout&gt;&lt;Login /&gt;&lt;/Layout&gt;} /&gt;
      &lt;Route path="/driver-dashboard" 
             element={&lt;Layout userRole="driver"&gt;&lt;DriverDashboard /&gt;&lt;/Layout&gt;} /&gt;
      &lt;Route path="/owner-dashboard" 
             element={&lt;Layout userRole="owner"&gt;&lt;OwnerDashboard /&gt;&lt;/Layout&gt;} /&gt;
      &lt;Route path="/admin/dashboard" 
             element={&lt;Layout userRole="admin"&gt;&lt;AdminDashboard /&gt;&lt;/Layout&gt;} /&gt;
    &lt;/Routes&gt;
  );
}
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11. Module 4: Driver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Online/Offline availability toggle allowing drivers to control their working hours.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Financial dashboard showing "Today's Earnings" and "Trips This Month".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Real-time incoming trip requests queue.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Interactive Accept/Reject capabilities with immediate status updates in the UI.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Driver Dashboard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Dashboard showing real-time ride requests and daily earning statistics.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solidFill>
            <a:srgbClr val="E2E8F0"/>
          </a:solidFill>
          <a:ln w="254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📸 Insert [Driver Dashboard Interface] Screenshot Here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(Right-click -&gt; Change Picture)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12. Module 5: Admin Console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High-level statistical overview of platform health (Pending Verifications, Active Trips, Revenue).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Comprehensive Driver Verification Queue (FR-16 requirement).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Visual indicators for missing or flawed documents (License, Aadhaar).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Action buttons to approve or reject driver applications, updating status.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Admin Control Center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Document verification queue allowing admins to approve or reject driver applications.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solidFill>
            <a:srgbClr val="E2E8F0"/>
          </a:solidFill>
          <a:ln w="254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📸 Insert [Admin Control Center] Screenshot Here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(Right-click -&gt; Change Picture)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13. Module 6: Feedback &amp; Rating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Dedicated /feedback route accessible to all authenticated users.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Interactive 5-star rating component with visual feedback.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Categorized inputs for Role, Subject, and detailed Message.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Animated success states and automatic form resets post-submission to enhance UX.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Feedback &amp; Rating Page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Interactive interface for submitting reviews and platform feedback.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solidFill>
            <a:srgbClr val="E2E8F0"/>
          </a:solidFill>
          <a:ln w="254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📸 Insert [Feedback &amp; Rating Page] Screenshot Here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(Right-click -&gt; Change Picture)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Code Implementation: Dynamic Typewriter UI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solidFill>
            <a:srgbClr val="18181B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// src/components/Typewriter.tsx (Snippet)
import { useState, useEffect } from 'react';
export function Typewriter({ segments, typingSpeed = 50 }: Props) {
  const [displayedText, setDisplayedText] = useState('');
  useEffect(() =&gt; {
    let currentIdx = 0;
    const textToType = segments.map(s =&gt; s.text || '').join('');
    const intervalId = setInterval(() =&gt; {
      setDisplayedText(textToType.substring(0, currentIdx + 1));
      currentIdx++;
      if (currentIdx === textToType.length) clearInterval(intervalId);
    }, typingSpeed);
    return () =&gt; clearInterval(intervalId);
  }, [segments, typingSpeed]);
  return &lt;span className="typewriter-text"&gt;{displayedText}&lt;/span&gt;;
}
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14. UI/UX &amp; Design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Glassmorphism Design: Translucent panels over gradient backgrounds for a premium feel.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Responsive Layouts: Mobile-first CSS grids ensuring usability on phones, tablets, and desktops.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Micro-interactions: Hover effects, card elevations, and animated fade-ins.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Dynamic Typewriter Effect: Engaging hero section on the homepage emphasizing professionalism and confidence.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15. Security &amp; Trust Measures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Mandatory Phone Verification: Eliminates fake accounts and spam bookings.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Strict Admin Verification: Drivers cannot accept rides until documents are manually verified by an Admin.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Visual Trust Indicators: Verified badge (green shield) displayed prominently on vetted driver profiles.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Transparent Ratings: Two-way rating system ensuring accountability for both drivers and owners.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16. 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Live GPS Tracking: Integrate Google Maps API to track the driver’s location during the trip.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In-App Payment Gateway: Integrate Razorpay/Stripe for seamless advance and final payments.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Background Verification API: Automate Aadhaar and Driving License checks using third-party APIs.</a:t>
            </a:r>
            <a:endParaRPr lang="en-US" sz="20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In-App Chat: Enable secure, masked communication between driver and customer.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2E8F0"/>
                </a:solidFill>
              </a:rPr>
              <a:t>Any Questions?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Project: OYD (Own Your Driver)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2026-05-14T04:16:33Z</dcterms:created>
  <dcterms:modified xsi:type="dcterms:W3CDTF">2026-05-14T04:16:33Z</dcterms:modified>
</cp:coreProperties>
</file>